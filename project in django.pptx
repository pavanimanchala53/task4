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5" r:id="rId2"/>
    <p:sldId id="258" r:id="rId3"/>
    <p:sldId id="257" r:id="rId4"/>
    <p:sldId id="259" r:id="rId5"/>
    <p:sldId id="261" r:id="rId6"/>
    <p:sldId id="262" r:id="rId7"/>
    <p:sldId id="263" r:id="rId8"/>
    <p:sldId id="264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674E7-8853-4077-B849-B880B5E3CC93}" type="datetimeFigureOut">
              <a:rPr lang="en-IN" smtClean="0"/>
              <a:t>23-05-2023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E19ACE-9058-405E-8BD5-02CB06063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402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EDA42-7073-763D-659B-C8C6B04F2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83D82D-5355-9F42-5AA7-A93120CDA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77866-F4FA-F7AB-F8D7-054F2C58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3C9D7-0023-45D9-97EE-DB62D26EFF0C}" type="datetimeFigureOut">
              <a:rPr lang="en-IN" smtClean="0"/>
              <a:t>23-05-2023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5A3E2-955F-7ACF-4F32-114DB12E8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B541C-BC05-2A1C-7429-2F290CAFB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F0B9-8695-4041-86ED-E4ACBB3D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944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559BC-F096-AB3C-EF51-98BCFB877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C31DD-9CF3-25A2-5A4D-A0F1C8118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39674-371D-558E-408B-5D2794BDE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3C9D7-0023-45D9-97EE-DB62D26EFF0C}" type="datetimeFigureOut">
              <a:rPr lang="en-IN" smtClean="0"/>
              <a:t>23-05-2023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9F383-0D5F-6F5C-5003-FBE6E8530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AB25D-75F3-A669-F46D-A9C90983C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F0B9-8695-4041-86ED-E4ACBB3D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206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FEF64-74A0-C136-F93D-436A47147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DCB38-84E2-E07A-B47C-74C4F9C5E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688A3-F318-149D-9549-93E4C378C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3C9D7-0023-45D9-97EE-DB62D26EFF0C}" type="datetimeFigureOut">
              <a:rPr lang="en-IN" smtClean="0"/>
              <a:t>23-05-2023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FB634-5EAE-76A6-3AD4-3F931B1C0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161C8-59A0-2536-5A5C-E71B4BFAF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F0B9-8695-4041-86ED-E4ACBB3D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551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299F9-126A-D943-B3CB-D4B772B12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82ABB-8CDA-F8AC-AD21-D4A83E15B3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6E751-0099-69AB-63C5-6F60437A8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DC585-1BA5-409D-F295-439D9662A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3C9D7-0023-45D9-97EE-DB62D26EFF0C}" type="datetimeFigureOut">
              <a:rPr lang="en-IN" smtClean="0"/>
              <a:t>23-05-2023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341C8-358B-BC78-252C-5056EBD89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4DE96-BF92-9929-F7F6-BE909767F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F0B9-8695-4041-86ED-E4ACBB3D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680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8CEC3-380E-D63F-F397-645DA2C08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69301-668C-8E69-8439-F4993BD3B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03AB2-87D9-3068-7AB5-C4FCDB5CD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B1BE3A-D6A3-87D2-A800-ECE392110F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0124B9-C205-F413-FD87-89A97A59CB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F28BBA-262A-5823-8A27-A38936221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3C9D7-0023-45D9-97EE-DB62D26EFF0C}" type="datetimeFigureOut">
              <a:rPr lang="en-IN" smtClean="0"/>
              <a:t>23-05-2023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4EF05B-9E59-48F4-5905-BD9C2D22D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62AE12-B21C-72E0-6BF2-193FF6FF3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F0B9-8695-4041-86ED-E4ACBB3D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966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57768-2842-1D09-A8E1-0654597C0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077F10-2C14-5E9C-F1C8-724C1BD33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3C9D7-0023-45D9-97EE-DB62D26EFF0C}" type="datetimeFigureOut">
              <a:rPr lang="en-IN" smtClean="0"/>
              <a:t>23-05-2023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89ADDF-4D89-A0A0-EA4A-C450E8E83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1FF63-0818-52BE-04B4-AADF4B5AF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F0B9-8695-4041-86ED-E4ACBB3D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459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89E295-D93A-6EF6-0185-34AFA6360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3C9D7-0023-45D9-97EE-DB62D26EFF0C}" type="datetimeFigureOut">
              <a:rPr lang="en-IN" smtClean="0"/>
              <a:t>23-05-2023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990DA2-DB74-75A8-1811-93876038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88AF4-332C-0722-219D-033AC250B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F0B9-8695-4041-86ED-E4ACBB3D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505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DDDF0-4864-58CF-E0DC-A089971EE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09E72-BD00-5ED3-F5AD-06A94F284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ADF580-3D7B-7C0F-956D-DF3EB1275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57FB1-7828-BC25-4948-4069E5C68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3C9D7-0023-45D9-97EE-DB62D26EFF0C}" type="datetimeFigureOut">
              <a:rPr lang="en-IN" smtClean="0"/>
              <a:t>23-05-2023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012A4-412D-5A75-A8A7-12D2C9FE1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60EAC-7E38-993A-9AEC-FCDE65195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F0B9-8695-4041-86ED-E4ACBB3D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099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8BE77-A149-B327-6AE1-226D675F3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F5FE2-8E00-4E7E-490B-FA8AB17FD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859175-4B86-20E5-FA20-0B1BC33B5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C2428-C12E-327B-1DF3-1DE8C0C91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3C9D7-0023-45D9-97EE-DB62D26EFF0C}" type="datetimeFigureOut">
              <a:rPr lang="en-IN" smtClean="0"/>
              <a:t>23-05-2023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445D9-E8F4-BA21-96DD-5B2B82A31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408FA-1D96-5FB8-0372-561ED5979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F0B9-8695-4041-86ED-E4ACBB3D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336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8A691-33FD-83FA-5228-8A3B0D3F8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D5728A-BFF0-D452-662D-51660E1F9F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FDF80-3B2E-2AE6-6216-7F86AA68E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3C9D7-0023-45D9-97EE-DB62D26EFF0C}" type="datetimeFigureOut">
              <a:rPr lang="en-IN" smtClean="0"/>
              <a:t>23-05-2023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3EC46-D7DB-886A-E051-8B4EC6EA8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4C056-C748-3A53-5C2E-C32F5A9C0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F0B9-8695-4041-86ED-E4ACBB3D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709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7B0F4D-E38F-263C-2117-D6ED8A9A3B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4137A-EE5C-FBF8-F4FA-B12B66D854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0908F-1C99-3908-79E6-BA54D9224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3C9D7-0023-45D9-97EE-DB62D26EFF0C}" type="datetimeFigureOut">
              <a:rPr lang="en-IN" smtClean="0"/>
              <a:t>23-05-2023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82F6D-A366-C501-BD18-4CFC1BE9E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003A3-E307-AFAE-8048-FC06012BD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F0B9-8695-4041-86ED-E4ACBB3D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427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360995-CAE9-9C5F-DE86-A6C76F755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55FFB-5590-CBAB-7167-E55153225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F50BE-6FD8-7513-EF54-C744482310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3C9D7-0023-45D9-97EE-DB62D26EFF0C}" type="datetimeFigureOut">
              <a:rPr lang="en-IN" smtClean="0"/>
              <a:t>23-05-2023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786A1-1D7A-EB40-827A-8B63688AF9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7F9B7-0ABC-8473-B681-79BECFA93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FF0B9-8695-4041-86ED-E4ACBB3D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521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B2C342-C6F2-2945-E1A2-4AFCE9496CD9}"/>
              </a:ext>
            </a:extLst>
          </p:cNvPr>
          <p:cNvSpPr txBox="1"/>
          <p:nvPr/>
        </p:nvSpPr>
        <p:spPr>
          <a:xfrm>
            <a:off x="1846729" y="2160494"/>
            <a:ext cx="87764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management app using the Django framework</a:t>
            </a:r>
          </a:p>
        </p:txBody>
      </p:sp>
    </p:spTree>
    <p:extLst>
      <p:ext uri="{BB962C8B-B14F-4D97-AF65-F5344CB8AC3E}">
        <p14:creationId xmlns:p14="http://schemas.microsoft.com/office/powerpoint/2010/main" val="1076602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6E4FF0-1ACB-C5B0-550E-E0468E5FF189}"/>
              </a:ext>
            </a:extLst>
          </p:cNvPr>
          <p:cNvSpPr txBox="1"/>
          <p:nvPr/>
        </p:nvSpPr>
        <p:spPr>
          <a:xfrm>
            <a:off x="1138518" y="537882"/>
            <a:ext cx="9726706" cy="59093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command prompt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windows+r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cmd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enter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Change the directory in which you want to create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Install virtual environment by using the following command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      pip install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virtualenv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Give name to the environment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virtualenv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(environment name)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Installl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Django and psycopg2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project in the created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your directory to the project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app here my app name is products</a:t>
            </a:r>
          </a:p>
          <a:p>
            <a:endParaRPr lang="en-IN" dirty="0"/>
          </a:p>
          <a:p>
            <a:r>
              <a:rPr lang="en-IN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4F4965-2687-7B79-E3C6-6237682BF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988" y="1004240"/>
            <a:ext cx="3361764" cy="5635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1EACA0-CD78-3AE9-AB64-70A5F44CE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034" y="4473454"/>
            <a:ext cx="3566469" cy="3048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E6553A-0C55-608B-B3D2-52BDD6890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720" y="4971454"/>
            <a:ext cx="2324301" cy="2286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269960-8038-0D52-A423-9F600CFD8B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2034" y="5472897"/>
            <a:ext cx="4084674" cy="2286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4088F6-005B-18E3-BE1F-2DEBA44FB1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7458" y="3629353"/>
            <a:ext cx="9562619" cy="7297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BC0F49-3319-52CD-C272-D3C696F465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0670" y="2807458"/>
            <a:ext cx="4581519" cy="74657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D982A86-C893-C506-B791-C7AE30F21509}"/>
              </a:ext>
            </a:extLst>
          </p:cNvPr>
          <p:cNvSpPr/>
          <p:nvPr/>
        </p:nvSpPr>
        <p:spPr>
          <a:xfrm>
            <a:off x="8471647" y="2807458"/>
            <a:ext cx="1380565" cy="2095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95FE00-0463-41A9-E180-63B203D57063}"/>
              </a:ext>
            </a:extLst>
          </p:cNvPr>
          <p:cNvSpPr/>
          <p:nvPr/>
        </p:nvSpPr>
        <p:spPr>
          <a:xfrm>
            <a:off x="2519082" y="3629353"/>
            <a:ext cx="1272989" cy="1896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351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53DB20-AAFA-1820-5CDB-C2244F968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606" y="813759"/>
            <a:ext cx="5784081" cy="2819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0A22EB-3D30-1058-6A0A-11ADCD425249}"/>
              </a:ext>
            </a:extLst>
          </p:cNvPr>
          <p:cNvSpPr txBox="1"/>
          <p:nvPr/>
        </p:nvSpPr>
        <p:spPr>
          <a:xfrm>
            <a:off x="987041" y="486593"/>
            <a:ext cx="829235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create a directory named templates in the products (app directory)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templates directory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the html files required for our project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make necessary changes in the settings.py file from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my_project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changes in the database 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the details of your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BCBD19-2864-F7CF-4F7C-85A4A83FC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692" y="1786617"/>
            <a:ext cx="1554615" cy="10973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E0BD2F-7BE4-4790-31AE-5C6DA639F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925" y="2810372"/>
            <a:ext cx="2042337" cy="17222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2E9A65-7425-7E8A-3DE6-EDC6A02F02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5442" y="4532641"/>
            <a:ext cx="4084674" cy="197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109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607B0E-B2E0-4E20-4C24-FD6A835339A9}"/>
              </a:ext>
            </a:extLst>
          </p:cNvPr>
          <p:cNvSpPr txBox="1"/>
          <p:nvPr/>
        </p:nvSpPr>
        <p:spPr>
          <a:xfrm>
            <a:off x="1013012" y="717176"/>
            <a:ext cx="776343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 the installed apps add the app you created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Change the urls.py file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Also in the html files change coding according to your requirements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5FF76D-E569-4D7B-7D0B-3F558A251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317" y="717176"/>
            <a:ext cx="2812024" cy="167654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373B6BD-AB97-B320-0EA4-0724945CD45D}"/>
              </a:ext>
            </a:extLst>
          </p:cNvPr>
          <p:cNvSpPr/>
          <p:nvPr/>
        </p:nvSpPr>
        <p:spPr>
          <a:xfrm>
            <a:off x="5916706" y="2008093"/>
            <a:ext cx="923365" cy="1882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E315A4-A008-0603-345A-2A59998BF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773" y="2583106"/>
            <a:ext cx="1588180" cy="1268259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1B375FF3-AD6C-3ADC-54C7-C7D201A60DD7}"/>
              </a:ext>
            </a:extLst>
          </p:cNvPr>
          <p:cNvSpPr/>
          <p:nvPr/>
        </p:nvSpPr>
        <p:spPr>
          <a:xfrm>
            <a:off x="5486400" y="3025500"/>
            <a:ext cx="430306" cy="2466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95F0F3-08C3-EDC3-8B30-1FCFB4659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153" y="2583106"/>
            <a:ext cx="3894157" cy="1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353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Right 3">
            <a:extLst>
              <a:ext uri="{FF2B5EF4-FFF2-40B4-BE49-F238E27FC236}">
                <a16:creationId xmlns:a16="http://schemas.microsoft.com/office/drawing/2014/main" id="{EEE87DF2-9AF0-B60F-EF1C-398CC7528558}"/>
              </a:ext>
            </a:extLst>
          </p:cNvPr>
          <p:cNvSpPr/>
          <p:nvPr/>
        </p:nvSpPr>
        <p:spPr>
          <a:xfrm>
            <a:off x="5920999" y="1678433"/>
            <a:ext cx="618564" cy="4840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565CEE-D34E-26BB-4E14-DB0B1B9DD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136" y="520077"/>
            <a:ext cx="3604572" cy="29568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3E2801-46BD-92C0-9871-BDAC00E96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33" y="213999"/>
            <a:ext cx="2255715" cy="2591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073807-961D-70E3-9716-00175A441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88" y="3415553"/>
            <a:ext cx="2034716" cy="2514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7234AB-C836-A154-2DDD-84639DE598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3552" y="4272005"/>
            <a:ext cx="4625741" cy="1539373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4C8FA309-8CF3-72D7-A910-78888F49ABA5}"/>
              </a:ext>
            </a:extLst>
          </p:cNvPr>
          <p:cNvSpPr/>
          <p:nvPr/>
        </p:nvSpPr>
        <p:spPr>
          <a:xfrm>
            <a:off x="5118847" y="4695473"/>
            <a:ext cx="896471" cy="4840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30389D1-5E4C-4FFD-2566-55B258C1D2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33" y="3777365"/>
            <a:ext cx="4183743" cy="28044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17FD3B1-A5EF-AD43-ACDC-ABBC6A3AEF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33" y="561657"/>
            <a:ext cx="4625741" cy="280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037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94613B-00D0-0EC2-B3BB-661D9F714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76" y="410348"/>
            <a:ext cx="1501270" cy="281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5DFE8D-9666-80B7-4358-0DD979B3D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5453" y="1429869"/>
            <a:ext cx="4099915" cy="12574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EB49B1-3719-2070-E2DC-4C2479FAC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66" y="872582"/>
            <a:ext cx="4038950" cy="3033023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1B868B09-A130-8DF5-21C8-7C34B7CA16D3}"/>
              </a:ext>
            </a:extLst>
          </p:cNvPr>
          <p:cNvSpPr/>
          <p:nvPr/>
        </p:nvSpPr>
        <p:spPr>
          <a:xfrm>
            <a:off x="5334000" y="1497106"/>
            <a:ext cx="762000" cy="6813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8738E3-F239-BB3B-24B5-C6C60DE36E5B}"/>
              </a:ext>
            </a:extLst>
          </p:cNvPr>
          <p:cNvSpPr txBox="1"/>
          <p:nvPr/>
        </p:nvSpPr>
        <p:spPr>
          <a:xfrm>
            <a:off x="986118" y="4338918"/>
            <a:ext cx="7404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change the apps urls.py file   to open those particular html files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F6D86C-C1DF-3E8F-502E-ECC1F61789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3589" y="4724400"/>
            <a:ext cx="5325964" cy="196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707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962EBF-8A80-8E3C-C13B-4ED8C7560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34689"/>
            <a:ext cx="4899116" cy="47430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A46F1B-626C-64D5-A801-FA4600941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982" y="418840"/>
            <a:ext cx="3528366" cy="5791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FE2D9E-3334-67B2-ABF2-07DAD19D3D68}"/>
              </a:ext>
            </a:extLst>
          </p:cNvPr>
          <p:cNvSpPr txBox="1"/>
          <p:nvPr/>
        </p:nvSpPr>
        <p:spPr>
          <a:xfrm>
            <a:off x="546847" y="456678"/>
            <a:ext cx="86433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these modules in the views.py file in products app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öhne Mono"/>
              </a:rPr>
              <a:t>render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function is used to render HTML templates and return an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öhne Mono"/>
              </a:rPr>
              <a:t>HttpResponse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öhne Mono"/>
              </a:rPr>
              <a:t>redirect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function is used to redirect the user to a different URL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then define the functions of your code</a:t>
            </a:r>
          </a:p>
        </p:txBody>
      </p:sp>
    </p:spTree>
    <p:extLst>
      <p:ext uri="{BB962C8B-B14F-4D97-AF65-F5344CB8AC3E}">
        <p14:creationId xmlns:p14="http://schemas.microsoft.com/office/powerpoint/2010/main" val="2618935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C13FB6-225C-4AB1-2F20-066D1D2E2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279" y="1366993"/>
            <a:ext cx="7727350" cy="14479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82B57D-E66F-20FD-0A31-0D4807B35AE2}"/>
              </a:ext>
            </a:extLst>
          </p:cNvPr>
          <p:cNvSpPr txBox="1"/>
          <p:nvPr/>
        </p:nvSpPr>
        <p:spPr>
          <a:xfrm>
            <a:off x="932329" y="510988"/>
            <a:ext cx="9412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Django,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manage.py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makemigrations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manage.py migrate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commands used to handle database migrations.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F5807A-F4C9-5564-5F2C-414E94ABF941}"/>
              </a:ext>
            </a:extLst>
          </p:cNvPr>
          <p:cNvSpPr txBox="1"/>
          <p:nvPr/>
        </p:nvSpPr>
        <p:spPr>
          <a:xfrm>
            <a:off x="1138518" y="2967335"/>
            <a:ext cx="8005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running these commands, you ensure that the database schema stays synchronized with the models defined in your Django project.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47FF5C-D09F-6F28-A901-466D09605675}"/>
              </a:ext>
            </a:extLst>
          </p:cNvPr>
          <p:cNvSpPr/>
          <p:nvPr/>
        </p:nvSpPr>
        <p:spPr>
          <a:xfrm>
            <a:off x="6239435" y="1366993"/>
            <a:ext cx="2967318" cy="2197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C180F1-3219-DF89-0FFD-AF52758A7FD7}"/>
              </a:ext>
            </a:extLst>
          </p:cNvPr>
          <p:cNvSpPr/>
          <p:nvPr/>
        </p:nvSpPr>
        <p:spPr>
          <a:xfrm>
            <a:off x="6239435" y="1882588"/>
            <a:ext cx="2277036" cy="2197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0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1FE352-AE4D-90FB-C443-16BC9424C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949" y="1645765"/>
            <a:ext cx="6866215" cy="17832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36AC53-5E1F-B563-3436-82826FC26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080" y="4648306"/>
            <a:ext cx="3680779" cy="11278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95DAE1-A80A-6BE9-7D38-95B8957F3917}"/>
              </a:ext>
            </a:extLst>
          </p:cNvPr>
          <p:cNvSpPr txBox="1"/>
          <p:nvPr/>
        </p:nvSpPr>
        <p:spPr>
          <a:xfrm>
            <a:off x="1649504" y="735040"/>
            <a:ext cx="759310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order to launch a </a:t>
            </a:r>
            <a:r>
              <a:rPr lang="en-US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server that serves your Django application locally. Use the following command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this link the product management menu will open as shown below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F58D09-E636-A801-3F71-C5DCF77276F0}"/>
              </a:ext>
            </a:extLst>
          </p:cNvPr>
          <p:cNvSpPr/>
          <p:nvPr/>
        </p:nvSpPr>
        <p:spPr>
          <a:xfrm>
            <a:off x="6248400" y="1685365"/>
            <a:ext cx="2465294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2151AA-C9B5-4A77-89CB-4274F2BF08C3}"/>
              </a:ext>
            </a:extLst>
          </p:cNvPr>
          <p:cNvSpPr/>
          <p:nvPr/>
        </p:nvSpPr>
        <p:spPr>
          <a:xfrm>
            <a:off x="4876800" y="2958353"/>
            <a:ext cx="2160494" cy="2241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815843C-6725-841B-EB65-CDEF6C1A977A}"/>
              </a:ext>
            </a:extLst>
          </p:cNvPr>
          <p:cNvCxnSpPr/>
          <p:nvPr/>
        </p:nvCxnSpPr>
        <p:spPr>
          <a:xfrm flipV="1">
            <a:off x="5292347" y="3209365"/>
            <a:ext cx="612224" cy="6858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98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289</Words>
  <Application>Microsoft Office PowerPoint</Application>
  <PresentationFormat>Widescreen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Söhne</vt:lpstr>
      <vt:lpstr>Söhne Mono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Pavani Manchala</dc:creator>
  <cp:lastModifiedBy>Pavani Manchala</cp:lastModifiedBy>
  <cp:revision>2</cp:revision>
  <dcterms:created xsi:type="dcterms:W3CDTF">2023-05-23T09:54:11Z</dcterms:created>
  <dcterms:modified xsi:type="dcterms:W3CDTF">2023-05-23T10:59:01Z</dcterms:modified>
</cp:coreProperties>
</file>